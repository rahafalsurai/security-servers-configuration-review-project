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>
        <p:scale>
          <a:sx n="102" d="100"/>
          <a:sy n="102" d="100"/>
        </p:scale>
        <p:origin x="288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6097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7" name="Shape 5"/>
          <p:cNvSpPr/>
          <p:nvPr/>
        </p:nvSpPr>
        <p:spPr>
          <a:xfrm>
            <a:off x="244258" y="731520"/>
            <a:ext cx="8235863" cy="521208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509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Servers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&amp; Review Project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242316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</a:t>
            </a:r>
            <a:r>
              <a:rPr lang="en-US" sz="15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requirment</a:t>
            </a: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500" dirty="0"/>
          </a:p>
          <a:p>
            <a:pPr marL="342900" indent="-342900" algn="just">
              <a:lnSpc>
                <a:spcPct val="150000"/>
              </a:lnSpc>
              <a:buAutoNum type="arabicParenR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configuring each server</a:t>
            </a:r>
          </a:p>
          <a:p>
            <a:pPr marL="342900" indent="-342900" algn="just">
              <a:lnSpc>
                <a:spcPct val="150000"/>
              </a:lnSpc>
              <a:buAutoNum type="arabicParenR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reviewing the configuration for security issues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3713" y="4096512"/>
            <a:ext cx="3022463" cy="530352"/>
          </a:xfrm>
          <a:prstGeom prst="roundRect">
            <a:avLst>
              <a:gd name="adj" fmla="val 13793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6" name="Text 4"/>
          <p:cNvSpPr/>
          <p:nvPr/>
        </p:nvSpPr>
        <p:spPr>
          <a:xfrm>
            <a:off x="768096" y="4169664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2F6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• Mail • Database</a:t>
            </a:r>
            <a:endParaRPr lang="en-US" sz="13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8C43C9F8-7037-661C-18FC-3E796D1F3928}"/>
              </a:ext>
            </a:extLst>
          </p:cNvPr>
          <p:cNvSpPr/>
          <p:nvPr/>
        </p:nvSpPr>
        <p:spPr>
          <a:xfrm>
            <a:off x="457200" y="6492240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cs typeface="Arial" pitchFamily="34" charset="-120"/>
              </a:rPr>
              <a:t>WT255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structure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process and structure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1247120" cy="0"/>
          </a:xfrm>
          <a:prstGeom prst="line">
            <a:avLst/>
          </a:prstGeom>
          <a:noFill/>
          <a:ln w="12700">
            <a:solidFill>
              <a:srgbClr val="D6DFE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108960" cy="34747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7" name="Shape 5"/>
          <p:cNvSpPr/>
          <p:nvPr/>
        </p:nvSpPr>
        <p:spPr>
          <a:xfrm>
            <a:off x="868680" y="1828800"/>
            <a:ext cx="2651760" cy="530352"/>
          </a:xfrm>
          <a:prstGeom prst="roundRect">
            <a:avLst>
              <a:gd name="adj" fmla="val 8621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8" name="Text 6"/>
          <p:cNvSpPr/>
          <p:nvPr/>
        </p:nvSpPr>
        <p:spPr>
          <a:xfrm>
            <a:off x="1051560" y="193852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96112" y="2606040"/>
            <a:ext cx="257860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lab configuration files showing how each service was set up during the university project.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60520" y="1554480"/>
            <a:ext cx="3108960" cy="34747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1" name="Shape 9"/>
          <p:cNvSpPr/>
          <p:nvPr/>
        </p:nvSpPr>
        <p:spPr>
          <a:xfrm>
            <a:off x="4389120" y="1828800"/>
            <a:ext cx="2651760" cy="530352"/>
          </a:xfrm>
          <a:prstGeom prst="roundRect">
            <a:avLst>
              <a:gd name="adj" fmla="val 8621"/>
            </a:avLst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2" name="Text 10"/>
          <p:cNvSpPr/>
          <p:nvPr/>
        </p:nvSpPr>
        <p:spPr>
          <a:xfrm>
            <a:off x="4572000" y="193852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review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416552" y="2606040"/>
            <a:ext cx="257860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Defensive review commands / queries used to detect weak or unsafe settings in the configuration.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680960" y="1554480"/>
            <a:ext cx="3108960" cy="34747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5" name="Shape 13"/>
          <p:cNvSpPr/>
          <p:nvPr/>
        </p:nvSpPr>
        <p:spPr>
          <a:xfrm>
            <a:off x="7909560" y="1828800"/>
            <a:ext cx="2651760" cy="530352"/>
          </a:xfrm>
          <a:prstGeom prst="roundRect">
            <a:avLst>
              <a:gd name="adj" fmla="val 8621"/>
            </a:avLst>
          </a:prstGeom>
          <a:solidFill>
            <a:srgbClr val="F6F9FC"/>
          </a:solidFill>
          <a:ln w="12700">
            <a:solidFill>
              <a:srgbClr val="F6F9F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6" name="Text 14"/>
          <p:cNvSpPr/>
          <p:nvPr/>
        </p:nvSpPr>
        <p:spPr>
          <a:xfrm>
            <a:off x="8092440" y="193852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936992" y="2606040"/>
            <a:ext cx="257860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report with findings, screenshots of the results, severity, and recommendations.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cs typeface="Arial" pitchFamily="34" charset="-120"/>
              </a:rPr>
              <a:t>WT255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Server: configuration + review evidence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Left: sample lab configuration. Right: defensive review output that flags the risky settings.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1247120" cy="0"/>
          </a:xfrm>
          <a:prstGeom prst="line">
            <a:avLst/>
          </a:prstGeom>
          <a:noFill/>
          <a:ln w="12700">
            <a:solidFill>
              <a:srgbClr val="D6DFE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5577840" cy="4069080"/>
          </a:xfrm>
          <a:prstGeom prst="roundRect">
            <a:avLst>
              <a:gd name="adj" fmla="val 899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file</a:t>
            </a:r>
            <a:endParaRPr lang="en-US" sz="1500" dirty="0"/>
          </a:p>
        </p:txBody>
      </p:sp>
      <p:pic>
        <p:nvPicPr>
          <p:cNvPr id="8" name="Image 0" descr="/mnt/data/security-servers-project-assets/DNS_conf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21874"/>
            <a:ext cx="5120640" cy="285997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217920" y="1325880"/>
            <a:ext cx="5468112" cy="4069080"/>
          </a:xfrm>
          <a:prstGeom prst="roundRect">
            <a:avLst>
              <a:gd name="adj" fmla="val 899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0" name="Text 7"/>
          <p:cNvSpPr/>
          <p:nvPr/>
        </p:nvSpPr>
        <p:spPr>
          <a:xfrm>
            <a:off x="6446520" y="150876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review output</a:t>
            </a:r>
            <a:endParaRPr lang="en-US" sz="1500" dirty="0"/>
          </a:p>
        </p:txBody>
      </p:sp>
      <p:pic>
        <p:nvPicPr>
          <p:cNvPr id="11" name="Image 1" descr="/mnt/data/security-servers-project-assets/DNS_outp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472097"/>
            <a:ext cx="5029200" cy="195952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31520" y="5623560"/>
            <a:ext cx="10927080" cy="512064"/>
          </a:xfrm>
          <a:prstGeom prst="roundRect">
            <a:avLst>
              <a:gd name="adj" fmla="val 7143"/>
            </a:avLst>
          </a:prstGeom>
          <a:solidFill>
            <a:srgbClr val="F9FBFD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3" name="Text 9"/>
          <p:cNvSpPr/>
          <p:nvPr/>
        </p:nvSpPr>
        <p:spPr>
          <a:xfrm>
            <a:off x="914400" y="5769864"/>
            <a:ext cx="10561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issues shown: open recursion, unrestricted zone transfer, DNSSEC disabled.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457200" y="6492240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DNS-Server: = config file + review file + PDF report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Mail Server: configuration + review evidence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Left: sample lab configuration. Right: defensive review output that flags the risky settings.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1247120" cy="0"/>
          </a:xfrm>
          <a:prstGeom prst="line">
            <a:avLst/>
          </a:prstGeom>
          <a:noFill/>
          <a:ln w="12700">
            <a:solidFill>
              <a:srgbClr val="D6DFE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5577840" cy="4069080"/>
          </a:xfrm>
          <a:prstGeom prst="roundRect">
            <a:avLst>
              <a:gd name="adj" fmla="val 899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file</a:t>
            </a:r>
            <a:endParaRPr lang="en-US" sz="1500" dirty="0"/>
          </a:p>
        </p:txBody>
      </p:sp>
      <p:pic>
        <p:nvPicPr>
          <p:cNvPr id="8" name="Image 0" descr="/mnt/data/security-servers-project-assets/Mail_conf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66010"/>
            <a:ext cx="5120640" cy="2571699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217920" y="1325880"/>
            <a:ext cx="5468112" cy="4069080"/>
          </a:xfrm>
          <a:prstGeom prst="roundRect">
            <a:avLst>
              <a:gd name="adj" fmla="val 899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0" name="Text 7"/>
          <p:cNvSpPr/>
          <p:nvPr/>
        </p:nvSpPr>
        <p:spPr>
          <a:xfrm>
            <a:off x="6446520" y="150876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review output</a:t>
            </a:r>
            <a:endParaRPr lang="en-US" sz="1500" dirty="0"/>
          </a:p>
        </p:txBody>
      </p:sp>
      <p:pic>
        <p:nvPicPr>
          <p:cNvPr id="11" name="Image 1" descr="/mnt/data/security-servers-project-assets/Mail_outp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472097"/>
            <a:ext cx="5029200" cy="195952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31520" y="5623560"/>
            <a:ext cx="10927080" cy="512064"/>
          </a:xfrm>
          <a:prstGeom prst="roundRect">
            <a:avLst>
              <a:gd name="adj" fmla="val 7143"/>
            </a:avLst>
          </a:prstGeom>
          <a:solidFill>
            <a:srgbClr val="F9FBFD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3" name="Text 9"/>
          <p:cNvSpPr/>
          <p:nvPr/>
        </p:nvSpPr>
        <p:spPr>
          <a:xfrm>
            <a:off x="914400" y="5769864"/>
            <a:ext cx="10561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issues shown: open trust scope, weak TLS posture, VRFY enabled, missing mail authentication records.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457200" y="6492240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Mail-Server: = config file + review file + PDF report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Server: configuration + review evidence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Left: sample lab configuration. Right: defensive review output that flags the risky settings.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1247120" cy="0"/>
          </a:xfrm>
          <a:prstGeom prst="line">
            <a:avLst/>
          </a:prstGeom>
          <a:noFill/>
          <a:ln w="12700">
            <a:solidFill>
              <a:srgbClr val="D6DFE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5577840" cy="4069080"/>
          </a:xfrm>
          <a:prstGeom prst="roundRect">
            <a:avLst>
              <a:gd name="adj" fmla="val 899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file</a:t>
            </a:r>
            <a:endParaRPr lang="en-US" sz="1500" dirty="0"/>
          </a:p>
        </p:txBody>
      </p:sp>
      <p:pic>
        <p:nvPicPr>
          <p:cNvPr id="8" name="Image 0" descr="/mnt/data/security-servers-project-assets/DB_conf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93942"/>
            <a:ext cx="5120640" cy="27158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217920" y="1325880"/>
            <a:ext cx="5468112" cy="4069080"/>
          </a:xfrm>
          <a:prstGeom prst="roundRect">
            <a:avLst>
              <a:gd name="adj" fmla="val 899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0" name="Text 7"/>
          <p:cNvSpPr/>
          <p:nvPr/>
        </p:nvSpPr>
        <p:spPr>
          <a:xfrm>
            <a:off x="6446520" y="150876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review output</a:t>
            </a:r>
            <a:endParaRPr lang="en-US" sz="1500" dirty="0"/>
          </a:p>
        </p:txBody>
      </p:sp>
      <p:pic>
        <p:nvPicPr>
          <p:cNvPr id="11" name="Image 1" descr="/mnt/data/security-servers-project-assets/DB_outp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401316"/>
            <a:ext cx="5029200" cy="21010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31520" y="5623560"/>
            <a:ext cx="10927080" cy="512064"/>
          </a:xfrm>
          <a:prstGeom prst="roundRect">
            <a:avLst>
              <a:gd name="adj" fmla="val 7143"/>
            </a:avLst>
          </a:prstGeom>
          <a:solidFill>
            <a:srgbClr val="F9FBFD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3" name="Text 9"/>
          <p:cNvSpPr/>
          <p:nvPr/>
        </p:nvSpPr>
        <p:spPr>
          <a:xfrm>
            <a:off x="914400" y="5769864"/>
            <a:ext cx="10561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issues shown: bind-address 0.0.0.0, secure transport OFF, remote root access allowed.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457200" y="6492240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Database-Server:= config file + review file + PDF report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262</Words>
  <Application>Microsoft Macintosh PowerPoint</Application>
  <PresentationFormat>Widescreen</PresentationFormat>
  <Paragraphs>41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Updated Security Servers Project</dc:title>
  <dc:subject>Security Servers Configuration and Review</dc:subject>
  <dc:creator>OpenAI</dc:creator>
  <cp:lastModifiedBy>رهف بنت سليم بن سويلم السريعي الحويطي</cp:lastModifiedBy>
  <cp:revision>2</cp:revision>
  <dcterms:created xsi:type="dcterms:W3CDTF">2026-04-12T22:33:24Z</dcterms:created>
  <dcterms:modified xsi:type="dcterms:W3CDTF">2026-04-13T00:03:42Z</dcterms:modified>
</cp:coreProperties>
</file>
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5577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Servers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Configuration &amp; Review Project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2423160"/>
            <a:ext cx="5212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Updated deck showing both project phases: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configuring each server in the lab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reviewing the configuration for security issues with code and evidence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023360"/>
            <a:ext cx="2194560" cy="530352"/>
          </a:xfrm>
          <a:prstGeom prst="roundRect">
            <a:avLst>
              <a:gd name="adj" fmla="val 13793"/>
            </a:avLst>
          </a:prstGeom>
          <a:solidFill>
            <a:srgbClr val="E8F1FA"/>
          </a:solidFill>
          <a:ln w="12700">
            <a:solidFill>
              <a:srgbClr val="E8F1F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416966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 • Mail • Database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0" y="731520"/>
            <a:ext cx="5029200" cy="521208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2700">
            <a:solidFill>
              <a:srgbClr val="D6DF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20840" y="109728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package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812280" y="1664208"/>
            <a:ext cx="100584" cy="100584"/>
          </a:xfrm>
          <a:prstGeom prst="ellipse">
            <a:avLst/>
          </a:prstGeom>
          <a:solidFill>
            <a:srgbClr val="2F6DB2"/>
          </a:solidFill>
          <a:ln w="12700">
            <a:solidFill>
              <a:srgbClr val="2F6D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95160" y="1600200"/>
            <a:ext cx="3977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folders: DNS-Server, Mail-Server, Database-Server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12280" y="2468880"/>
            <a:ext cx="100584" cy="100584"/>
          </a:xfrm>
          <a:prstGeom prst="ellipse">
            <a:avLst/>
          </a:prstGeom>
          <a:solidFill>
            <a:srgbClr val="2F6DB2"/>
          </a:solidFill>
          <a:ln w="12700">
            <a:solidFill>
              <a:srgbClr val="2F6D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95160" y="2404872"/>
            <a:ext cx="3977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folder contains a configuration file, a review file, and a PDF report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12280" y="3273552"/>
            <a:ext cx="100584" cy="100584"/>
          </a:xfrm>
          <a:prstGeom prst="ellipse">
            <a:avLst/>
          </a:prstGeom>
          <a:solidFill>
            <a:srgbClr val="2F6DB2"/>
          </a:solidFill>
          <a:ln w="12700">
            <a:solidFill>
              <a:srgbClr val="2F6D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95160" y="3209544"/>
            <a:ext cx="3977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PDFs include screenshots showing the review evidence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812280" y="4078224"/>
            <a:ext cx="100584" cy="100584"/>
          </a:xfrm>
          <a:prstGeom prst="ellipse">
            <a:avLst/>
          </a:prstGeom>
          <a:solidFill>
            <a:srgbClr val="2F6DB2"/>
          </a:solidFill>
          <a:ln w="12700">
            <a:solidFill>
              <a:srgbClr val="2F6DB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95160" y="4014216"/>
            <a:ext cx="3977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Updated PowerPoint explains the full workflow clearly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720840" y="4709160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EDF7ED"/>
          </a:solidFill>
          <a:ln w="12700">
            <a:solidFill>
              <a:srgbClr val="D9EF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4892040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4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show that the project did not stop at setup — it also evaluated the security quality of the setup.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7200" y="6492240"/>
            <a:ext cx="9601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project package: configuration + security review evidence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structure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961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updated package is organized for GitHub and for presentation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1247120" cy="0"/>
          </a:xfrm>
          <a:prstGeom prst="line">
            <a:avLst/>
          </a:prstGeom>
          <a:noFill/>
          <a:ln w="12700">
            <a:solidFill>
              <a:srgbClr val="D6DF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554480"/>
            <a:ext cx="3108960" cy="347472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D6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828800"/>
            <a:ext cx="2651760" cy="530352"/>
          </a:xfrm>
          <a:prstGeom prst="roundRect">
            <a:avLst>
              <a:gd name="adj" fmla="val 8621"/>
            </a:avLst>
          </a:prstGeom>
          <a:solidFill>
            <a:srgbClr val="E8F1FA"/>
          </a:solidFill>
          <a:ln w="12700">
            <a:solidFill>
              <a:srgbClr val="E8F1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1938528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Configuration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96112" y="2606040"/>
            <a:ext cx="257860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lab configuration files showing how each service was set up during the university project.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60520" y="1554480"/>
            <a:ext cx="3108960" cy="347472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D6DF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89120" y="1828800"/>
            <a:ext cx="2651760" cy="530352"/>
          </a:xfrm>
          <a:prstGeom prst="roundRect">
            <a:avLst>
              <a:gd name="adj" fmla="val 8621"/>
            </a:avLst>
          </a:prstGeom>
          <a:solidFill>
            <a:srgbClr val="EEF6FF"/>
          </a:solidFill>
          <a:ln w="12700">
            <a:solidFill>
              <a:srgbClr val="EEF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1938528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review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416552" y="2606040"/>
            <a:ext cx="257860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Defensive review commands / queries used to detect weak or unsafe settings in the configuration.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680960" y="1554480"/>
            <a:ext cx="3108960" cy="347472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D6DF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09560" y="1828800"/>
            <a:ext cx="2651760" cy="530352"/>
          </a:xfrm>
          <a:prstGeom prst="roundRect">
            <a:avLst>
              <a:gd name="adj" fmla="val 8621"/>
            </a:avLst>
          </a:prstGeom>
          <a:solidFill>
            <a:srgbClr val="F6F9FC"/>
          </a:solidFill>
          <a:ln w="12700">
            <a:solidFill>
              <a:srgbClr val="F6F9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92440" y="1938528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Professional report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936992" y="2606040"/>
            <a:ext cx="257860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report with findings, screenshots of the results, severity, and recommendations.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77240" y="5440680"/>
            <a:ext cx="10607040" cy="566928"/>
          </a:xfrm>
          <a:prstGeom prst="roundRect">
            <a:avLst>
              <a:gd name="adj" fmla="val 806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5614416"/>
            <a:ext cx="10149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5C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makes the project stronger academically because it shows implementation plus validation, not just theory.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6492240"/>
            <a:ext cx="9601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project package: configuration + security review evidence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 Server: configuration + review evidence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961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Left: sample lab configuration. Right: defensive review output that flags the risky settings.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1247120" cy="0"/>
          </a:xfrm>
          <a:prstGeom prst="line">
            <a:avLst/>
          </a:prstGeom>
          <a:noFill/>
          <a:ln w="12700">
            <a:solidFill>
              <a:srgbClr val="D6DF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325880"/>
            <a:ext cx="5577840" cy="4069080"/>
          </a:xfrm>
          <a:prstGeom prst="roundRect">
            <a:avLst>
              <a:gd name="adj" fmla="val 899"/>
            </a:avLst>
          </a:prstGeom>
          <a:solidFill>
            <a:srgbClr val="FFFFFF"/>
          </a:solidFill>
          <a:ln w="12700">
            <a:solidFill>
              <a:srgbClr val="D6DF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508760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Configuration file</a:t>
            </a:r>
            <a:endParaRPr lang="en-US" sz="1500" dirty="0"/>
          </a:p>
        </p:txBody>
      </p:sp>
      <p:pic>
        <p:nvPicPr>
          <p:cNvPr id="8" name="Image 0" descr="/mnt/data/security-servers-project-assets/DNS_conf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21874"/>
            <a:ext cx="5120640" cy="285997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217920" y="1325880"/>
            <a:ext cx="5468112" cy="4069080"/>
          </a:xfrm>
          <a:prstGeom prst="roundRect">
            <a:avLst>
              <a:gd name="adj" fmla="val 899"/>
            </a:avLst>
          </a:prstGeom>
          <a:solidFill>
            <a:srgbClr val="FFFFFF"/>
          </a:solidFill>
          <a:ln w="12700">
            <a:solidFill>
              <a:srgbClr val="D6DF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46520" y="1508760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review output</a:t>
            </a:r>
            <a:endParaRPr lang="en-US" sz="1500" dirty="0"/>
          </a:p>
        </p:txBody>
      </p:sp>
      <p:pic>
        <p:nvPicPr>
          <p:cNvPr id="11" name="Image 1" descr="/mnt/data/security-servers-project-assets/DNS_outp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472097"/>
            <a:ext cx="5029200" cy="1959525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" y="5623560"/>
            <a:ext cx="10927080" cy="512064"/>
          </a:xfrm>
          <a:prstGeom prst="roundRect">
            <a:avLst>
              <a:gd name="adj" fmla="val 7143"/>
            </a:avLst>
          </a:prstGeom>
          <a:solidFill>
            <a:srgbClr val="F9FBFD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914400" y="5769864"/>
            <a:ext cx="10561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issues shown: open recursion, unrestricted zone transfer, DNSSEC disabled.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457200" y="6492240"/>
            <a:ext cx="9601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DNS-Server: 3 files = config file + review file + PDF report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Mail Server: configuration + review evidence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961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Left: sample lab configuration. Right: defensive review output that flags the risky settings.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1247120" cy="0"/>
          </a:xfrm>
          <a:prstGeom prst="line">
            <a:avLst/>
          </a:prstGeom>
          <a:noFill/>
          <a:ln w="12700">
            <a:solidFill>
              <a:srgbClr val="D6DF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325880"/>
            <a:ext cx="5577840" cy="4069080"/>
          </a:xfrm>
          <a:prstGeom prst="roundRect">
            <a:avLst>
              <a:gd name="adj" fmla="val 899"/>
            </a:avLst>
          </a:prstGeom>
          <a:solidFill>
            <a:srgbClr val="FFFFFF"/>
          </a:solidFill>
          <a:ln w="12700">
            <a:solidFill>
              <a:srgbClr val="D6DF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508760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Configuration file</a:t>
            </a:r>
            <a:endParaRPr lang="en-US" sz="1500" dirty="0"/>
          </a:p>
        </p:txBody>
      </p:sp>
      <p:pic>
        <p:nvPicPr>
          <p:cNvPr id="8" name="Image 0" descr="/mnt/data/security-servers-project-assets/Mail_conf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66010"/>
            <a:ext cx="5120640" cy="2571699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217920" y="1325880"/>
            <a:ext cx="5468112" cy="4069080"/>
          </a:xfrm>
          <a:prstGeom prst="roundRect">
            <a:avLst>
              <a:gd name="adj" fmla="val 899"/>
            </a:avLst>
          </a:prstGeom>
          <a:solidFill>
            <a:srgbClr val="FFFFFF"/>
          </a:solidFill>
          <a:ln w="12700">
            <a:solidFill>
              <a:srgbClr val="D6DF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46520" y="1508760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review output</a:t>
            </a:r>
            <a:endParaRPr lang="en-US" sz="1500" dirty="0"/>
          </a:p>
        </p:txBody>
      </p:sp>
      <p:pic>
        <p:nvPicPr>
          <p:cNvPr id="11" name="Image 1" descr="/mnt/data/security-servers-project-assets/Mail_outp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472097"/>
            <a:ext cx="5029200" cy="1959525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" y="5623560"/>
            <a:ext cx="10927080" cy="512064"/>
          </a:xfrm>
          <a:prstGeom prst="roundRect">
            <a:avLst>
              <a:gd name="adj" fmla="val 7143"/>
            </a:avLst>
          </a:prstGeom>
          <a:solidFill>
            <a:srgbClr val="F9FBFD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914400" y="5769864"/>
            <a:ext cx="10561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issues shown: open trust scope, weak TLS posture, VRFY enabled, missing mail authentication records.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457200" y="6492240"/>
            <a:ext cx="9601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Mail-Server: 3 files = config file + review file + PDF report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Server: configuration + review evidence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961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Left: sample lab configuration. Right: defensive review output that flags the risky settings.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1247120" cy="0"/>
          </a:xfrm>
          <a:prstGeom prst="line">
            <a:avLst/>
          </a:prstGeom>
          <a:noFill/>
          <a:ln w="12700">
            <a:solidFill>
              <a:srgbClr val="D6DF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325880"/>
            <a:ext cx="5577840" cy="4069080"/>
          </a:xfrm>
          <a:prstGeom prst="roundRect">
            <a:avLst>
              <a:gd name="adj" fmla="val 899"/>
            </a:avLst>
          </a:prstGeom>
          <a:solidFill>
            <a:srgbClr val="FFFFFF"/>
          </a:solidFill>
          <a:ln w="12700">
            <a:solidFill>
              <a:srgbClr val="D6DF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508760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Configuration file</a:t>
            </a:r>
            <a:endParaRPr lang="en-US" sz="1500" dirty="0"/>
          </a:p>
        </p:txBody>
      </p:sp>
      <p:pic>
        <p:nvPicPr>
          <p:cNvPr id="8" name="Image 0" descr="/mnt/data/security-servers-project-assets/DB_conf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93942"/>
            <a:ext cx="5120640" cy="271583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217920" y="1325880"/>
            <a:ext cx="5468112" cy="4069080"/>
          </a:xfrm>
          <a:prstGeom prst="roundRect">
            <a:avLst>
              <a:gd name="adj" fmla="val 899"/>
            </a:avLst>
          </a:prstGeom>
          <a:solidFill>
            <a:srgbClr val="FFFFFF"/>
          </a:solidFill>
          <a:ln w="12700">
            <a:solidFill>
              <a:srgbClr val="D6DF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46520" y="1508760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review output</a:t>
            </a:r>
            <a:endParaRPr lang="en-US" sz="1500" dirty="0"/>
          </a:p>
        </p:txBody>
      </p:sp>
      <p:pic>
        <p:nvPicPr>
          <p:cNvPr id="11" name="Image 1" descr="/mnt/data/security-servers-project-assets/DB_outp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401316"/>
            <a:ext cx="5029200" cy="2101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" y="5623560"/>
            <a:ext cx="10927080" cy="512064"/>
          </a:xfrm>
          <a:prstGeom prst="roundRect">
            <a:avLst>
              <a:gd name="adj" fmla="val 7143"/>
            </a:avLst>
          </a:prstGeom>
          <a:solidFill>
            <a:srgbClr val="F9FBFD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914400" y="5769864"/>
            <a:ext cx="10561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issues shown: bind-address 0.0.0.0, secure transport OFF, remote root access allowed.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457200" y="6492240"/>
            <a:ext cx="9601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Database-Server: 3 files = config file + review file + PDF report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deliverables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961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ready to download and upload to GitHub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1247120" cy="0"/>
          </a:xfrm>
          <a:prstGeom prst="line">
            <a:avLst/>
          </a:prstGeom>
          <a:noFill/>
          <a:ln w="12700">
            <a:solidFill>
              <a:srgbClr val="D6DF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417320"/>
            <a:ext cx="10972800" cy="4480560"/>
          </a:xfrm>
          <a:prstGeom prst="roundRect">
            <a:avLst>
              <a:gd name="adj" fmla="val 1224"/>
            </a:avLst>
          </a:prstGeom>
          <a:solidFill>
            <a:srgbClr val="FFFFFF"/>
          </a:solidFill>
          <a:ln w="12700">
            <a:solidFill>
              <a:srgbClr val="D6DF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7373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 files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1488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README.md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Updated_Security_Servers_Project.pptx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669280" y="173736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folder contents (each folder)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669280" y="2148840"/>
            <a:ext cx="4389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 configuration file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 security review file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 professional PDF report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60120" y="3749040"/>
            <a:ext cx="9692640" cy="1097280"/>
          </a:xfrm>
          <a:prstGeom prst="roundRect">
            <a:avLst>
              <a:gd name="adj" fmla="val 4167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4440" y="4041648"/>
            <a:ext cx="9144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A4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 the earlier PPT was only a placeholder because the original full deck was not available to me here.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7A4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updated deck is rebuilt around your clarified structure and matches the package you asked for.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492240"/>
            <a:ext cx="9601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for GitHub upload as a zipped project package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Updated Security Servers Project</dc:title>
  <dc:subject>Security Servers Configuration and Review</dc:subject>
  <dc:creator>OpenAI</dc:creator>
  <cp:lastModifiedBy>OpenAI</cp:lastModifiedBy>
  <cp:revision>1</cp:revision>
  <dcterms:created xsi:type="dcterms:W3CDTF">2026-04-12T22:33:24Z</dcterms:created>
  <dcterms:modified xsi:type="dcterms:W3CDTF">2026-04-12T22:33:24Z</dcterms:modified>
</cp:coreProperties>
</file>